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69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34ECAF-9B4C-47BB-6A3A-93C47198E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F853623-E1F2-3111-2001-A241DF89E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080E0C-EB91-4FE6-AACF-776BADAF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406A-F73F-6049-8371-D23B6C1586A7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0F3A41-55B1-471B-0CD1-885771C51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63F51E-D488-2412-53B8-4F4FA7AF3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833EB-A0C8-104D-9860-E023A22D2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6436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A88C65-D59A-DB0C-9696-B33BA411A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220061-10C9-B67F-82C9-DBEAAC81B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A74F8F-B971-8C55-92F7-105B8719B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406A-F73F-6049-8371-D23B6C1586A7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0E5D26-B31E-02F0-058C-6C6FADE2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C3AD4C-3783-0726-A409-E5B107D2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833EB-A0C8-104D-9860-E023A22D2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93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1815F2-D0A3-2E42-4807-E7E5E6275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054869-E315-D08B-5593-0A39C576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57FE52-586A-7C62-CC70-5F29EFD12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406A-F73F-6049-8371-D23B6C1586A7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FE7F5E-E29F-F96C-3916-2D6824DD6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41326C-5DCF-CB46-DBB7-F4423AE3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833EB-A0C8-104D-9860-E023A22D2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746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85A33D-2D32-12C2-3865-2794FC51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0FB816-5567-5C6E-C5D4-D766DF040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11425FD-4852-2AB6-44DA-B96215CF6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75577B-E458-6010-875F-830F949D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406A-F73F-6049-8371-D23B6C1586A7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712171-757B-B773-D37C-AAB43E83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F6DBF3-EB8D-4949-FC2E-B97A0A3C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833EB-A0C8-104D-9860-E023A22D2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6369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27ABC8-21B3-CA3E-9D58-A0ADF6549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32FA29-5813-8E9B-438D-FEF555400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BD6610-A57B-E800-E12F-A25BA5415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7196A6A-758F-F272-CBCA-7EEC7D10B6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6E70B4A-4A11-4309-ADD8-B18912A24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CB9370-9A68-4C14-E04F-7B08EE06D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406A-F73F-6049-8371-D23B6C1586A7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5F69C03-2118-8D1D-260E-D0F1A709A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960B5C6-47C8-6E4C-ACBB-F91D987B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833EB-A0C8-104D-9860-E023A22D2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9081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35C97D-A43E-D94A-3AF1-593075656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3F77FEC-E503-608C-8491-A42BF520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406A-F73F-6049-8371-D23B6C1586A7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A88F139-8D2E-AC5D-BAFA-83543D741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413EF76-4369-0019-562D-F71293C34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833EB-A0C8-104D-9860-E023A22D2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230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A691860-67EC-858D-261B-1A4C1E21E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406A-F73F-6049-8371-D23B6C1586A7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C361C82-FA90-A13F-DF6C-167F753EF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536F8C-06CF-848C-C093-566F1588F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833EB-A0C8-104D-9860-E023A22D2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625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CA5C37-0C12-A9CC-0C1A-A902E54B1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C8F38C-CEBF-A554-5D79-EBCDA3D01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7A49037-120E-B01C-1433-8FBD39EFF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64891E-9578-DC63-B2FE-10698FD1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406A-F73F-6049-8371-D23B6C1586A7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2C7665-4C0B-6DF0-F2C1-2CADFD6D1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6B2926-03CE-E0E1-295C-ADC895791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833EB-A0C8-104D-9860-E023A22D2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9274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9437E1-2D96-F6CA-8E78-B18D4EAF7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D88AA1C-9262-94CC-F59C-BB0EFA169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E633F6-E700-03E6-6672-C07A83F88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C4E9ED-733B-D7E9-CF89-2B160A4C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406A-F73F-6049-8371-D23B6C1586A7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6711767-4221-DB2A-83AD-47F76CC3C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4E2F07-1515-21C9-8E54-860407DC1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833EB-A0C8-104D-9860-E023A22D2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541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DA1B32-20C4-EC6F-BCCF-33C3F676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DD0A1B-DE28-48AF-44B2-85822C4B4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950DCE-376D-734C-0808-B78ED975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406A-F73F-6049-8371-D23B6C1586A7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D47543-E258-AB10-0279-E29A3A68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1E4ECA-967F-3E52-D694-13DD7B2F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833EB-A0C8-104D-9860-E023A22D2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91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305456-6A9D-50C8-9FD9-D2787811B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B73258-3DC7-AA4C-CBC5-EFEF12E28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65AD43-7511-6989-1B56-67631162A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B406A-F73F-6049-8371-D23B6C1586A7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DD0E10-04DD-396E-0923-4A74C9807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8C22E6-1782-E141-5A1E-1107F0B2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833EB-A0C8-104D-9860-E023A22D2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1958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0A70202-98FA-697B-8B17-32155564B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7AF38A-4FA3-196B-D32B-4E0046B59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9384A2-EF40-E4BB-41F3-6D991B6000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B406A-F73F-6049-8371-D23B6C1586A7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FCC762-D954-B8AE-B256-9BE38A4D64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51EA93-8B9B-160A-EFED-ADE3E031C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833EB-A0C8-104D-9860-E023A22D2D2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494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EA76EF5-533F-1A96-1F22-94E16C6A4943}"/>
              </a:ext>
            </a:extLst>
          </p:cNvPr>
          <p:cNvSpPr/>
          <p:nvPr/>
        </p:nvSpPr>
        <p:spPr>
          <a:xfrm>
            <a:off x="5654565" y="4750676"/>
            <a:ext cx="3768979" cy="13873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F896F69-AA26-50D6-D071-D63E33C0C4B3}"/>
              </a:ext>
            </a:extLst>
          </p:cNvPr>
          <p:cNvSpPr txBox="1"/>
          <p:nvPr/>
        </p:nvSpPr>
        <p:spPr>
          <a:xfrm>
            <a:off x="5654566" y="5121193"/>
            <a:ext cx="3796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Discord bot</a:t>
            </a:r>
          </a:p>
          <a:p>
            <a:r>
              <a:rPr lang="ja-JP" altLang="en-US"/>
              <a:t>→</a:t>
            </a:r>
            <a:r>
              <a:rPr lang="en-US" altLang="ja-JP" dirty="0"/>
              <a:t> </a:t>
            </a:r>
            <a:r>
              <a:rPr lang="ja-JP" altLang="en-US"/>
              <a:t>問題の生成、参加者の点数管理</a:t>
            </a:r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A13991F-4C26-B16F-83D6-D12BEB15F071}"/>
              </a:ext>
            </a:extLst>
          </p:cNvPr>
          <p:cNvSpPr/>
          <p:nvPr/>
        </p:nvSpPr>
        <p:spPr>
          <a:xfrm>
            <a:off x="5286703" y="798786"/>
            <a:ext cx="5328745" cy="56125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285ADE-3B10-6D7A-0C60-9FFC31910FED}"/>
              </a:ext>
            </a:extLst>
          </p:cNvPr>
          <p:cNvSpPr txBox="1"/>
          <p:nvPr/>
        </p:nvSpPr>
        <p:spPr>
          <a:xfrm>
            <a:off x="5475726" y="1005575"/>
            <a:ext cx="49824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Discord Server</a:t>
            </a:r>
          </a:p>
          <a:p>
            <a:r>
              <a:rPr lang="ja-JP" altLang="en-US"/>
              <a:t>→</a:t>
            </a:r>
            <a:r>
              <a:rPr lang="en-US" altLang="ja-JP" dirty="0"/>
              <a:t> bot</a:t>
            </a:r>
            <a:r>
              <a:rPr lang="ja-JP" altLang="en-US"/>
              <a:t>アカウント及びゲーム参加者アカウント</a:t>
            </a:r>
            <a:endParaRPr lang="en-US" altLang="ja-JP" dirty="0"/>
          </a:p>
          <a:p>
            <a:r>
              <a:rPr lang="en-US" altLang="ja-JP" dirty="0"/>
              <a:t>     </a:t>
            </a:r>
            <a:r>
              <a:rPr lang="ja-JP" altLang="en-US"/>
              <a:t>を</a:t>
            </a:r>
            <a:r>
              <a:rPr lang="en-US" altLang="ja-JP" dirty="0"/>
              <a:t>1</a:t>
            </a:r>
            <a:r>
              <a:rPr lang="ja-JP" altLang="en-US"/>
              <a:t>つのサーバーにまとめる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A28B874-52F2-4574-2911-B9D95FAB8BC8}"/>
              </a:ext>
            </a:extLst>
          </p:cNvPr>
          <p:cNvSpPr txBox="1"/>
          <p:nvPr/>
        </p:nvSpPr>
        <p:spPr>
          <a:xfrm>
            <a:off x="5648836" y="2647292"/>
            <a:ext cx="3768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ゲーム参加者の</a:t>
            </a:r>
            <a:r>
              <a:rPr kumimoji="1" lang="en-US" altLang="ja-JP" dirty="0"/>
              <a:t>Discord</a:t>
            </a:r>
            <a:r>
              <a:rPr kumimoji="1" lang="ja-JP" altLang="en-US"/>
              <a:t>アカウント</a:t>
            </a:r>
            <a:endParaRPr kumimoji="1" lang="en-US" altLang="ja-JP" dirty="0"/>
          </a:p>
          <a:p>
            <a:r>
              <a:rPr lang="ja-JP" altLang="en-US"/>
              <a:t>→</a:t>
            </a:r>
            <a:r>
              <a:rPr lang="en-US" altLang="ja-JP" dirty="0"/>
              <a:t> </a:t>
            </a:r>
            <a:r>
              <a:rPr lang="ja-JP" altLang="en-US"/>
              <a:t>出題された問題の解答</a:t>
            </a:r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AD53B8A-7B10-692C-6C81-DE7E4C9E3222}"/>
              </a:ext>
            </a:extLst>
          </p:cNvPr>
          <p:cNvSpPr/>
          <p:nvPr/>
        </p:nvSpPr>
        <p:spPr>
          <a:xfrm>
            <a:off x="5648836" y="2494498"/>
            <a:ext cx="3768980" cy="9519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上矢印 10">
            <a:extLst>
              <a:ext uri="{FF2B5EF4-FFF2-40B4-BE49-F238E27FC236}">
                <a16:creationId xmlns:a16="http://schemas.microsoft.com/office/drawing/2014/main" id="{622B5B5E-7743-04D7-FB73-2D553B61EE09}"/>
              </a:ext>
            </a:extLst>
          </p:cNvPr>
          <p:cNvSpPr/>
          <p:nvPr/>
        </p:nvSpPr>
        <p:spPr>
          <a:xfrm>
            <a:off x="5843751" y="3552415"/>
            <a:ext cx="504497" cy="10454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C248040-459A-A556-72BF-B897071F01EB}"/>
              </a:ext>
            </a:extLst>
          </p:cNvPr>
          <p:cNvSpPr txBox="1"/>
          <p:nvPr/>
        </p:nvSpPr>
        <p:spPr>
          <a:xfrm>
            <a:off x="6347920" y="398415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出題</a:t>
            </a:r>
          </a:p>
        </p:txBody>
      </p:sp>
      <p:sp>
        <p:nvSpPr>
          <p:cNvPr id="14" name="上矢印 13">
            <a:extLst>
              <a:ext uri="{FF2B5EF4-FFF2-40B4-BE49-F238E27FC236}">
                <a16:creationId xmlns:a16="http://schemas.microsoft.com/office/drawing/2014/main" id="{C6B0F735-EC85-0716-4F74-6CB2F7925897}"/>
              </a:ext>
            </a:extLst>
          </p:cNvPr>
          <p:cNvSpPr/>
          <p:nvPr/>
        </p:nvSpPr>
        <p:spPr>
          <a:xfrm rot="10800000">
            <a:off x="7977350" y="3552414"/>
            <a:ext cx="504497" cy="104546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4AA9D37-9CAA-76EB-CA4B-0FC6A9922C9A}"/>
              </a:ext>
            </a:extLst>
          </p:cNvPr>
          <p:cNvSpPr txBox="1"/>
          <p:nvPr/>
        </p:nvSpPr>
        <p:spPr>
          <a:xfrm>
            <a:off x="8552492" y="394064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回答、点数確認</a:t>
            </a:r>
          </a:p>
        </p:txBody>
      </p:sp>
    </p:spTree>
    <p:extLst>
      <p:ext uri="{BB962C8B-B14F-4D97-AF65-F5344CB8AC3E}">
        <p14:creationId xmlns:p14="http://schemas.microsoft.com/office/powerpoint/2010/main" val="298125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04DF12-22C7-05D0-F4F2-9D550E611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チーム構成関数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A67D93-DE7B-87E7-54F5-FF2073871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(</a:t>
            </a:r>
            <a:r>
              <a:rPr kumimoji="1" lang="ja-JP" altLang="en-US"/>
              <a:t>プレイヤー</a:t>
            </a:r>
            <a:r>
              <a:rPr lang="en-US" altLang="ja-JP" dirty="0"/>
              <a:t>ID, </a:t>
            </a:r>
            <a:r>
              <a:rPr kumimoji="1" lang="ja-JP" altLang="en-US"/>
              <a:t>最小チームメンバー数</a:t>
            </a:r>
            <a:r>
              <a:rPr kumimoji="1" lang="en-US" altLang="ja-JP" dirty="0"/>
              <a:t>)</a:t>
            </a:r>
          </a:p>
          <a:p>
            <a:pPr marL="0" indent="0">
              <a:buNone/>
            </a:pPr>
            <a:r>
              <a:rPr kumimoji="1" lang="en-US" altLang="ja-JP" dirty="0"/>
              <a:t>ex)</a:t>
            </a:r>
            <a:r>
              <a:rPr lang="en-US" altLang="ja-JP" dirty="0"/>
              <a:t> (8,3)</a:t>
            </a:r>
          </a:p>
          <a:p>
            <a:pPr marL="0" indent="0">
              <a:buNone/>
            </a:pPr>
            <a:r>
              <a:rPr lang="en-US" altLang="ja-JP" dirty="0"/>
              <a:t>8÷3 = 2…2</a:t>
            </a:r>
          </a:p>
          <a:p>
            <a:pPr marL="0" indent="0">
              <a:buNone/>
            </a:pPr>
            <a:r>
              <a:rPr kumimoji="1" lang="ja-JP" altLang="en-US"/>
              <a:t>→</a:t>
            </a:r>
            <a:r>
              <a:rPr kumimoji="1" lang="en-US" altLang="ja-JP" dirty="0"/>
              <a:t> </a:t>
            </a:r>
            <a:r>
              <a:rPr kumimoji="1" lang="ja-JP" altLang="en-US"/>
              <a:t>チーム数は</a:t>
            </a:r>
            <a:r>
              <a:rPr kumimoji="1" lang="en-US" altLang="ja-JP" dirty="0"/>
              <a:t>2 </a:t>
            </a:r>
          </a:p>
          <a:p>
            <a:pPr marL="0" indent="0">
              <a:buNone/>
            </a:pPr>
            <a:endParaRPr kumimoji="1" lang="en-US" altLang="ja-JP" dirty="0"/>
          </a:p>
        </p:txBody>
      </p:sp>
      <p:sp>
        <p:nvSpPr>
          <p:cNvPr id="4" name="フローチャート: 処理 3">
            <a:extLst>
              <a:ext uri="{FF2B5EF4-FFF2-40B4-BE49-F238E27FC236}">
                <a16:creationId xmlns:a16="http://schemas.microsoft.com/office/drawing/2014/main" id="{12F655A0-F53D-781A-6EC0-712A95819B7A}"/>
              </a:ext>
            </a:extLst>
          </p:cNvPr>
          <p:cNvSpPr/>
          <p:nvPr/>
        </p:nvSpPr>
        <p:spPr>
          <a:xfrm>
            <a:off x="1072055" y="5433849"/>
            <a:ext cx="1870842" cy="651641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フローチャート: 処理 4">
            <a:extLst>
              <a:ext uri="{FF2B5EF4-FFF2-40B4-BE49-F238E27FC236}">
                <a16:creationId xmlns:a16="http://schemas.microsoft.com/office/drawing/2014/main" id="{08CB428A-A1DE-01A8-A1A0-A55D129D92E8}"/>
              </a:ext>
            </a:extLst>
          </p:cNvPr>
          <p:cNvSpPr/>
          <p:nvPr/>
        </p:nvSpPr>
        <p:spPr>
          <a:xfrm>
            <a:off x="3831021" y="5433848"/>
            <a:ext cx="1870842" cy="651641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4404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9913</TotalTime>
  <Words>65</Words>
  <Application>Microsoft Macintosh PowerPoint</Application>
  <PresentationFormat>ワイド画面</PresentationFormat>
  <Paragraphs>14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チーム構成関数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村井 一彬_舞鶴E学生</dc:creator>
  <cp:lastModifiedBy>村井 一彬_舞鶴E学生</cp:lastModifiedBy>
  <cp:revision>1</cp:revision>
  <dcterms:created xsi:type="dcterms:W3CDTF">2025-02-07T08:38:29Z</dcterms:created>
  <dcterms:modified xsi:type="dcterms:W3CDTF">2025-02-14T05:52:23Z</dcterms:modified>
</cp:coreProperties>
</file>